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书途智启_系统四层架构全景图_学术风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5760"/>
            <a:ext cx="11277295" cy="798808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书途智启_智能图书推荐引擎七步管道流程_学术风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1277295" cy="422898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